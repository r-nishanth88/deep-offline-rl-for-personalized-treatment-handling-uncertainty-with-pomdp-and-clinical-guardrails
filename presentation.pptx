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 Offline POMDP-Based RL for ICU Treatment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End-to-End Workflow &amp;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Problem Statement &amp; Objectives</a:t>
            </a:r>
          </a:p>
          <a:p>
            <a:pPr/>
            <a:r>
              <a:t>Literature &amp; Gaps</a:t>
            </a:r>
          </a:p>
          <a:p>
            <a:pPr/>
            <a:r>
              <a:t>System Architecture &amp; Models</a:t>
            </a:r>
          </a:p>
          <a:p>
            <a:pPr/>
            <a:r>
              <a:t>Implementation Details</a:t>
            </a:r>
          </a:p>
          <a:p>
            <a:pPr/>
            <a:r>
              <a:t>Results &amp; Analysis</a:t>
            </a:r>
          </a:p>
          <a:p>
            <a:pPr/>
            <a:r>
              <a:t>Demo &amp; Dashboard</a:t>
            </a:r>
          </a:p>
          <a:p>
            <a:pPr/>
            <a:r>
              <a:t>Conclusions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Optimize sequential ICU treatment decisions using offline historical data (MIMIC-III).</a:t>
            </a:r>
          </a:p>
          <a:p>
            <a:pPr/>
            <a:r>
              <a:t>Minimize patient deterioration while ensuring clinical safety and explainability.</a:t>
            </a:r>
          </a:p>
          <a:p>
            <a:pPr/>
            <a:r>
              <a:t>Challenge: Partial observability, distributional risk, and safety constraints.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Phase 1: Data Ingestion &amp; Preprocessing — hourly windowing, imputation, SOFA, reward engineering.</a:t>
            </a:r>
          </a:p>
          <a:p>
            <a:pPr/>
            <a:r>
              <a:t>Phase 2: Sequential Representation — LSTM encoder (24h) + VAE → 16D belief state.</a:t>
            </a:r>
          </a:p>
          <a:p>
            <a:pPr/>
            <a:r>
              <a:t>Phase 3: Safe Offline RL — Conservative Q-Learning (CQL) with quantile regression (QR-CQL).</a:t>
            </a:r>
          </a:p>
          <a:p>
            <a:pPr/>
            <a:r>
              <a:t>Phase 4: Clinical Safety Layer — vitals watchdog + drug interaction vetoes.</a:t>
            </a:r>
          </a:p>
          <a:p>
            <a:pPr/>
            <a:r>
              <a:t>Phase 5: Real-time Inference &amp; Dashboard — ensemble uncertainty, SHAP explainability, audit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High-level</a:t>
            </a:r>
            <a:br/>
            <a:r>
              <a:t>POMDP formulation</a:t>
            </a:r>
            <a:br/>
            <a:r>
              <a:t>Observation: vitals &amp; labs (hourly)</a:t>
            </a:r>
            <a:br/>
            <a:r>
              <a:t>Belief: 16D latent vector</a:t>
            </a:r>
            <a:br/>
            <a:br/>
            <a:r>
              <a:t>Model Components</a:t>
            </a:r>
            <a:br/>
            <a:r>
              <a:t>Policy: CQL (discrete actions: none/low/med/high)</a:t>
            </a:r>
            <a:br/>
            <a:r>
              <a:t>Uncertainty: ensemble heads + QR</a:t>
            </a:r>
            <a:br/>
            <a:r>
              <a:t>Safety: rule-based veto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Neural Network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Temporal Encoder: LSTM (input_dim=16 → hidden=64 → embed)</a:t>
            </a:r>
          </a:p>
          <a:p>
            <a:pPr/>
            <a:r>
              <a:t>Latent Model: VAE (latent_dim=16) for belief state</a:t>
            </a:r>
          </a:p>
          <a:p>
            <a:pPr/>
            <a:r>
              <a:t>CQL: Conservative Q-learning via d3rlpy (discrete setting)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- Key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Preprocessing: src.preprocessing.process_data -&gt; MIMICPreprocessor</a:t>
            </a:r>
          </a:p>
          <a:p>
            <a:pPr/>
            <a:r>
              <a:t>Temporal: src.temporal_model.lstm_encoder -&gt; TemporalEncoder</a:t>
            </a:r>
          </a:p>
          <a:p>
            <a:pPr/>
            <a:r>
              <a:t>Latent: src.latent_model.vae -&gt; LatentVAE</a:t>
            </a:r>
          </a:p>
          <a:p>
            <a:pPr/>
            <a:r>
              <a:t>Agents: src.rl_agents.cql_agent -&gt; CQLAgent; baselines in baselines.py</a:t>
            </a:r>
          </a:p>
          <a:p>
            <a:pPr/>
            <a:r>
              <a:t>Safety: src.safety.safety_constraints -&gt; SafetyLayer</a:t>
            </a:r>
          </a:p>
          <a:p>
            <a:pPr/>
            <a:r>
              <a:t>Explainability: src.explainability.shap_explainer -&gt; ICUExplainer</a:t>
            </a:r>
          </a:p>
          <a:p>
            <a:pPr/>
            <a:r>
              <a:t>Dashboard: dashboard/app.py (Streamlit)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-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Training orchestration: src.training.train_all.run_pipeline()</a:t>
            </a:r>
          </a:p>
          <a:p>
            <a:pPr/>
            <a:r>
              <a:t>Temporal encoder and VAE initialized (hidden_dim=64, latent_dim=16); training skipped in scaffold demo.</a:t>
            </a:r>
          </a:p>
          <a:p>
            <a:pPr/>
            <a:r>
              <a:t>CQL configured with batch_size=256 (d3rlpy) — offline fitting on processed parquet trajectories.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Model Comparison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DQN: CumR=-412.3, AvgR=-41.23, SofaΔ=2</a:t>
            </a:r>
          </a:p>
          <a:p>
            <a:pPr/>
            <a:r>
              <a:t>PPO: CumR=-211.7, AvgR=-21.17, SofaΔ=-1</a:t>
            </a:r>
          </a:p>
          <a:p>
            <a:pPr/>
            <a:r>
              <a:t>CQL: CumR=388.3, AvgR=38.83, SofaΔ=0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&amp; Hyperparameters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TemporalEncoder: hidden_dim=64, num_layers=2</a:t>
            </a:r>
          </a:p>
          <a:p>
            <a:pPr/>
            <a:r>
              <a:t>LatentVAE: hidden_dim=64, latent_dim=16</a:t>
            </a:r>
          </a:p>
          <a:p>
            <a:pPr/>
            <a:r>
              <a:t>CQL: batch_size=256, n_steps ~ 1k-10k (research)</a:t>
            </a:r>
          </a:p>
          <a:p>
            <a:pPr/>
            <a:r>
              <a:t>Optimization: Adam lr=1e-3 for encoder/VAE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Layer &amp;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SafetyLayer enforces clinical thresholds (BP, HR, SpO2) and drug interaction vetoes.</a:t>
            </a:r>
          </a:p>
          <a:p>
            <a:pPr/>
            <a:r>
              <a:t>Every override increments audit counters and is logged in Safety Audit tab.</a:t>
            </a:r>
          </a:p>
          <a:p>
            <a:pPr/>
            <a:r>
              <a:t>Explainability via SHAP: per-decision feature impacts saved to results/plots/explainability/.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- 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Run preprocessing: python -m src.preprocessing.process_data</a:t>
            </a:r>
          </a:p>
          <a:p>
            <a:pPr/>
            <a:r>
              <a:t>Train models: python -m src.training.train_all</a:t>
            </a:r>
          </a:p>
          <a:p>
            <a:pPr/>
            <a:r>
              <a:t>Launch dashboard: streamlit run dashboard/app.py</a:t>
            </a:r>
          </a:p>
          <a:p>
            <a:pPr/>
            <a:r>
              <a:t>SHAP explainers and audit logs are generated during inference flows.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Discussion: CQL shows strong cumulative reward in offline benchmarks; safety layer ensures clinical constraints.</a:t>
            </a:r>
          </a:p>
          <a:p>
            <a:pPr/>
            <a:r>
              <a:t>Limitations: scaffold demo skips heavy training; real deployment needs prospective validation and clinician-in-the-loop testing.</a:t>
            </a:r>
          </a:p>
          <a:p>
            <a:pPr/>
            <a:r>
              <a:t>Future: online fine-tuning (with safeguards), richer drug ontology, patient subgroup analysis.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MIMIC-III dataset</a:t>
            </a:r>
          </a:p>
          <a:p>
            <a:pPr/>
            <a:r>
              <a:t>Kumar et al., Conservative Q-Learning (CQL)</a:t>
            </a:r>
          </a:p>
          <a:p>
            <a:pPr/>
            <a:r>
              <a:t>SHAP: Lundberg &amp; Lee</a:t>
            </a:r>
          </a:p>
          <a:p>
            <a:pPr/>
            <a:r>
              <a:t>FQE and OPE literature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